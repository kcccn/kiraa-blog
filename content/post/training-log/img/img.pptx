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0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D3CE9-4353-8D42-5216-4A813C897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814339-6FEB-D181-084A-4309F0682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09452-0EC5-139F-CDF9-015A2573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27B35A-62A0-F16E-740D-02D803E4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AE4957-4EDB-B507-D2F8-B149C2E2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58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F714E-CFE5-29D3-5180-0669810BC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9DE85D-AD7A-6EAB-F0A1-AC653715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A6DD8C-B5CB-FACF-385E-7E6263B0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114F3-BA66-6FC0-F37B-998BED0F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E1ED2B-D386-135F-79DD-B872EE96D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62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08813-6D2A-0D59-1284-E67C937C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9B47A4-44BD-676F-124C-1D445CDC8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5C83E9-F058-44BD-678B-8361A4E1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9D885-AB67-DE1B-3DCD-11FE7DE2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477797-B6DE-FAC6-F399-AFABB86E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95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AED46-4E9C-2745-FF36-C01A1F44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3B9304-A381-7377-1E26-20F1D2109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E4CE6E-B643-2664-96D6-ABD0F1DC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16CA0F-C16E-CAAB-597A-A1D64C79C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493863-D18B-6DA2-22C1-38D51BAF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A2FD17-032E-9A11-A26F-CCF2C158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BCE9A-4086-069B-70C0-EF064FBC8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6CF609-ED8B-8CA3-57C1-D080BC10D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782F55-F4C8-6246-354C-32FA9B480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6463E4-8C28-9EA7-3B45-679F3DDE8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BD8182-3B0A-FCF8-C217-841D1E73E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3FA71F-589D-7EC6-9FC3-32D00554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28CD2E-BFDB-22F4-905D-DF513EB8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4F1968-369F-3A23-EB39-B32A9BF1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11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BB5E6-5497-6A42-51A8-DD18FB3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9DE1ED-9D39-F08E-8776-A5DD4342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2B532B-413B-95C5-0E54-3629AEBFC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17F780-02A6-495B-B5C2-361DC5EBE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92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EB7AAD-9FE2-CA0A-028B-E3D86CEC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628E8D-F018-AE4B-0182-483B549C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10F3E8-360B-B0CC-E53D-7F94A31A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59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4EC3B-72EB-03D1-E6A3-5544695F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F40C10-47EE-7883-540F-0FD55043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8E25E4-A19A-1AC7-0466-FD1EACF1A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666F8C-1665-A631-153D-2951375A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EA25D-C722-14CE-2A03-BCE0420E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4A040F-D86F-FC9B-8083-2DAA9483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64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0592DA-74A6-D6FE-DAAB-439DA6DB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760CDE-75E7-8E2A-B783-2168FB178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B59591-ACB6-896C-85CE-773D0A017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AFA69B-8CAA-7C09-32FA-F702C6A3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383E3E-4DCE-A985-9B88-8278B35E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C3E5E6-AC6A-31B8-AC99-82DA0796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54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078F9-3CDB-CD2A-8B19-C7DFC48A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11091A-BD39-3311-D874-E301AD727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6BD85-5A4C-469D-93F2-F0087511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233816-5494-4740-40CB-5D57880F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6628F-9A80-83BF-26BD-003B2888A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24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CF90F2-AC0A-750E-F464-EDF17A9E7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5F8AF7-B20E-F324-C7BC-FC958E6B5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805AD7-29A3-669F-CF34-C1401BF9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A8A24B-2A13-5773-F17F-85780641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22D44D-C0C3-2387-F9D5-22BD6E16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4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8553C6-73F9-E454-52C2-0B10E11E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3920B0-AE2E-D163-4D7B-0AC62D288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0CA7F6-A281-7AF5-2CC9-BD934E30E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D2230-CDA9-4BF9-BB2D-B3AA804AE711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693225-F768-6EF0-7147-25C1ADA04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AF5DA-A9C9-0A07-5273-584C43D13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7020F-AF14-455E-BEC9-F8C32D72D6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47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夜晚的月亮&#10;&#10;AI 生成的内容可能不正确。">
            <a:extLst>
              <a:ext uri="{FF2B5EF4-FFF2-40B4-BE49-F238E27FC236}">
                <a16:creationId xmlns:a16="http://schemas.microsoft.com/office/drawing/2014/main" id="{7DEA83FE-B254-8C35-60BE-ED72F2625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067" y="1994046"/>
            <a:ext cx="2447619" cy="2361905"/>
          </a:xfrm>
          <a:prstGeom prst="rect">
            <a:avLst/>
          </a:prstGeom>
        </p:spPr>
      </p:pic>
      <p:pic>
        <p:nvPicPr>
          <p:cNvPr id="11" name="图片 10" descr="图片包含 矩形&#10;&#10;AI 生成的内容可能不正确。">
            <a:extLst>
              <a:ext uri="{FF2B5EF4-FFF2-40B4-BE49-F238E27FC236}">
                <a16:creationId xmlns:a16="http://schemas.microsoft.com/office/drawing/2014/main" id="{667A34B0-5B7C-5025-B085-277B3ACC4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724" y="2608333"/>
            <a:ext cx="2380952" cy="1133333"/>
          </a:xfrm>
          <a:prstGeom prst="rect">
            <a:avLst/>
          </a:prstGeom>
        </p:spPr>
      </p:pic>
      <p:pic>
        <p:nvPicPr>
          <p:cNvPr id="13" name="图片 12" descr="图片包含 室内, 桌子, 食物, 电脑&#10;&#10;AI 生成的内容可能不正确。">
            <a:extLst>
              <a:ext uri="{FF2B5EF4-FFF2-40B4-BE49-F238E27FC236}">
                <a16:creationId xmlns:a16="http://schemas.microsoft.com/office/drawing/2014/main" id="{E946C817-DAED-48CE-00B9-51269F3EB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714" y="2608333"/>
            <a:ext cx="2428571" cy="1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56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刘</dc:creator>
  <cp:lastModifiedBy>hy 刘</cp:lastModifiedBy>
  <cp:revision>1</cp:revision>
  <dcterms:created xsi:type="dcterms:W3CDTF">2026-01-31T18:21:20Z</dcterms:created>
  <dcterms:modified xsi:type="dcterms:W3CDTF">2026-02-01T11:21:04Z</dcterms:modified>
</cp:coreProperties>
</file>