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2C5AB4-10A6-B8D8-3E9D-7584BF271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9B39ECA-FCF8-6DFA-71D8-D7F9C94FBC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7F8D90-EEC4-E717-3F9E-D22CC3173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F7FF8E-4272-483C-3BBB-FA3B5359E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072CDB-651B-F796-4317-C668CC01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317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3AEAC-BB97-B76C-0C51-FAF64B7E9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8A6D54-3F14-D99A-3FF5-C05D239F6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055BFC-C490-55FE-7783-CB0B075CA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5DA236-E15E-141F-0366-C1E799E9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71AF52-4969-30C0-4B68-4618E892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25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90E8D-1FF8-1F71-8F0D-5DC8B798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0AAE1F9-B3F9-51AC-CBD3-AD3B53A9F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328E41-72E1-2219-6F66-24C5EF33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F2F4CD-DB8F-B0AB-FE84-02642688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FCF450-E2FE-3646-032A-9990066B4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20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405EDC-5289-4AC6-59CF-554276C3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72E59C-C5AE-1B2F-67E5-ADC1E20CC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222FE2-5FAD-285F-7F3A-F4050D6C0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D4704A-9A5F-C2DC-57EF-ED1024F8E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35D883-EE19-5398-EA39-A9D1C622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8D0027-B1F7-5FBC-FE56-03FF89750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551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04A32-7998-34C9-6EC5-E6820EE9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AEF0C04-2326-F7D8-33A1-5830A0FE1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48A4DBA-490F-A258-2768-EFAEBBD754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B219EE-B2B3-7597-6151-4A3CE92E7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AF34F9-E2B2-732E-5BD8-50495405B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1E3BFDB-B2A3-EEDD-2C59-C33A77DF9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9E7D2D-369E-EB39-D753-BC1FFFC69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A2EE02C-A72A-87DD-5FF8-AD46E6D2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56360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86DE8-32FB-7532-CA60-E6529D390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FE0A89F-D207-66E3-CE4E-19348BF3E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340FA2C-2F34-7A3D-700D-AC5DD7C2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C32BEF-8940-BD02-E104-E8F8A9F5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2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8D94358-A368-46CA-09E3-7893A88EB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C5B463-A204-7670-874C-B6A1C0344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27DBFC-0A5B-7446-5668-DDE2CB7B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29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342CC5-D7B0-28B8-E31B-B87CDDA6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3CFB2A-D663-C519-2B26-02738A4B2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C8DBB3-4A7D-8F6F-D437-7C0262057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29B26C-61D4-6903-DB2D-ECC813D63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1804C1-CF8C-DB8C-C516-59899CB20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E2404-A2C6-DF0F-8CDB-E64C5FC23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42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4FF4B-037B-1B20-34A1-0FAF268D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F8715F-931D-537C-B94F-B654582FC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9BB714-BF0F-EBDD-57E2-6F7328BF5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EF6610-2923-D018-1761-FC2BB966E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32A29D-B1CA-9EF2-AD48-418B80982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0318D3-35D1-3A44-320C-F5E2FBEA3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514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660E9-F234-5763-714C-E52324B44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AB0F0A-8DB8-3F34-F48A-B03700463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B19464-08D7-FFBB-A7D6-9698E199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495BB-52F1-70AC-7EDD-AE69746BC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41EB3E-8FE0-9E0C-2E17-8FC11D402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857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1B9F56E-A9BA-E2DB-CACC-9FDBDCF73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74AFB0-F10A-D1E0-1A83-B80C27C17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D8B76A-5B31-A45F-8DB1-9719D56AC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C1F577-CBE8-5AEE-2778-B20C31730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CEBFB3-B9DE-9ABC-E87C-8E55BE1C9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82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4F0E26-C17A-6C7E-F371-3145EF91B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F77936-1BAF-0001-9D19-091B00EB8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EEB330-C1AD-DB6A-9BA5-7878F103EF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56214-4F1B-46B8-A064-29AC0B61D1BE}" type="datetimeFigureOut">
              <a:rPr lang="zh-CN" altLang="en-US" smtClean="0"/>
              <a:t>2026/2/2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A6442B-33A8-2011-4DED-F4F6E2251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190713-5460-E988-64E9-5EEE05E13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EE7EC-3D74-43A8-A677-1B25BD9C0E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320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679255E-D49E-7DF7-0C30-E5B5EBEBDC9C}"/>
              </a:ext>
            </a:extLst>
          </p:cNvPr>
          <p:cNvSpPr/>
          <p:nvPr/>
        </p:nvSpPr>
        <p:spPr>
          <a:xfrm>
            <a:off x="2122054" y="764327"/>
            <a:ext cx="1378527" cy="1221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Transformer</a:t>
            </a:r>
            <a:br>
              <a:rPr lang="en-US" altLang="zh-CN" dirty="0"/>
            </a:br>
            <a:r>
              <a:rPr lang="en-US" altLang="zh-CN" b="1" dirty="0"/>
              <a:t>Block 1</a:t>
            </a:r>
            <a:endParaRPr lang="zh-CN" altLang="en-US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79CD3D-E875-B5C3-EE9D-AC0C7D81F7C2}"/>
              </a:ext>
            </a:extLst>
          </p:cNvPr>
          <p:cNvSpPr/>
          <p:nvPr/>
        </p:nvSpPr>
        <p:spPr>
          <a:xfrm>
            <a:off x="3967018" y="764313"/>
            <a:ext cx="1378527" cy="1221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Transformer</a:t>
            </a:r>
            <a:br>
              <a:rPr lang="en-US" altLang="zh-CN" dirty="0"/>
            </a:br>
            <a:r>
              <a:rPr lang="en-US" altLang="zh-CN" b="1" dirty="0"/>
              <a:t>Block 2</a:t>
            </a:r>
            <a:endParaRPr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FAC759-D6E6-9C3F-4BE7-EB0E328C503E}"/>
              </a:ext>
            </a:extLst>
          </p:cNvPr>
          <p:cNvSpPr/>
          <p:nvPr/>
        </p:nvSpPr>
        <p:spPr>
          <a:xfrm>
            <a:off x="5811981" y="764314"/>
            <a:ext cx="1378527" cy="1221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… …</a:t>
            </a:r>
            <a:endParaRPr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A6AC624-44F0-5EFD-503F-B26699C92A36}"/>
              </a:ext>
            </a:extLst>
          </p:cNvPr>
          <p:cNvSpPr/>
          <p:nvPr/>
        </p:nvSpPr>
        <p:spPr>
          <a:xfrm>
            <a:off x="7830126" y="764313"/>
            <a:ext cx="1378527" cy="12214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Transformer</a:t>
            </a:r>
            <a:br>
              <a:rPr lang="en-US" altLang="zh-CN" dirty="0"/>
            </a:br>
            <a:r>
              <a:rPr lang="en-US" altLang="zh-CN" b="1" dirty="0"/>
              <a:t>Block m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D31450-F9AF-ACDA-6328-F93D3D8158BB}"/>
              </a:ext>
            </a:extLst>
          </p:cNvPr>
          <p:cNvSpPr/>
          <p:nvPr/>
        </p:nvSpPr>
        <p:spPr>
          <a:xfrm rot="5400000">
            <a:off x="1052945" y="1367006"/>
            <a:ext cx="1671782" cy="4664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Hidden State 0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42CEF61-94C1-66E1-6DA4-2203F28E14F5}"/>
              </a:ext>
            </a:extLst>
          </p:cNvPr>
          <p:cNvSpPr/>
          <p:nvPr/>
        </p:nvSpPr>
        <p:spPr>
          <a:xfrm rot="5400000">
            <a:off x="2897908" y="1366994"/>
            <a:ext cx="1671782" cy="4664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Hidden State 1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E0F603-52E9-0A12-EF86-76E0079A5DB7}"/>
              </a:ext>
            </a:extLst>
          </p:cNvPr>
          <p:cNvSpPr/>
          <p:nvPr/>
        </p:nvSpPr>
        <p:spPr>
          <a:xfrm rot="5400000">
            <a:off x="4742872" y="1366993"/>
            <a:ext cx="1671782" cy="46643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Hidden State 2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8360BEF-FC30-5915-3065-81C397820BB0}"/>
              </a:ext>
            </a:extLst>
          </p:cNvPr>
          <p:cNvSpPr/>
          <p:nvPr/>
        </p:nvSpPr>
        <p:spPr>
          <a:xfrm rot="5400000">
            <a:off x="6674426" y="1280395"/>
            <a:ext cx="1671782" cy="6396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Hidden State m-1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F180B8-9418-11C9-2461-7CFB20C4C0DA}"/>
              </a:ext>
            </a:extLst>
          </p:cNvPr>
          <p:cNvSpPr/>
          <p:nvPr/>
        </p:nvSpPr>
        <p:spPr>
          <a:xfrm rot="5400000">
            <a:off x="8692569" y="1280375"/>
            <a:ext cx="1671784" cy="6396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Hidden State m</a:t>
            </a:r>
            <a:endParaRPr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8B453E-39B2-5B08-901B-31A8DC50160D}"/>
              </a:ext>
            </a:extLst>
          </p:cNvPr>
          <p:cNvSpPr/>
          <p:nvPr/>
        </p:nvSpPr>
        <p:spPr>
          <a:xfrm rot="5400000">
            <a:off x="140853" y="1366982"/>
            <a:ext cx="1671782" cy="4664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Input Tokens</a:t>
            </a:r>
            <a:endParaRPr lang="zh-CN" altLang="en-US" b="1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1757127-E10C-64A2-FB4F-6498BEE741D6}"/>
              </a:ext>
            </a:extLst>
          </p:cNvPr>
          <p:cNvSpPr/>
          <p:nvPr/>
        </p:nvSpPr>
        <p:spPr>
          <a:xfrm rot="5400000">
            <a:off x="596899" y="1366982"/>
            <a:ext cx="1671782" cy="4664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Embedding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0DDE70-9300-C507-C458-41FB1DD4BA50}"/>
              </a:ext>
            </a:extLst>
          </p:cNvPr>
          <p:cNvSpPr/>
          <p:nvPr/>
        </p:nvSpPr>
        <p:spPr>
          <a:xfrm rot="5400000">
            <a:off x="9234055" y="1366968"/>
            <a:ext cx="1671782" cy="4664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LM Head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5100A52-6E7F-D237-5669-134B66646290}"/>
              </a:ext>
            </a:extLst>
          </p:cNvPr>
          <p:cNvSpPr/>
          <p:nvPr/>
        </p:nvSpPr>
        <p:spPr>
          <a:xfrm rot="5400000">
            <a:off x="9700491" y="1366968"/>
            <a:ext cx="1671782" cy="46643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Output T</a:t>
            </a:r>
            <a:r>
              <a:rPr lang="en-US" altLang="zh-CN" dirty="0"/>
              <a:t>okens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D5E6892-E3FA-ACB0-CDD5-76E5CDBF40B1}"/>
                  </a:ext>
                </a:extLst>
              </p:cNvPr>
              <p:cNvSpPr/>
              <p:nvPr/>
            </p:nvSpPr>
            <p:spPr>
              <a:xfrm>
                <a:off x="2132445" y="1985819"/>
                <a:ext cx="1368135" cy="450272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D5E6892-E3FA-ACB0-CDD5-76E5CDBF4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2445" y="1985819"/>
                <a:ext cx="1368135" cy="4502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B9EC6E0-633E-18DA-3FE1-A4A679E0E7A6}"/>
                  </a:ext>
                </a:extLst>
              </p:cNvPr>
              <p:cNvSpPr/>
              <p:nvPr/>
            </p:nvSpPr>
            <p:spPr>
              <a:xfrm>
                <a:off x="3967016" y="1985819"/>
                <a:ext cx="1378527" cy="450272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B9EC6E0-633E-18DA-3FE1-A4A679E0E7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016" y="1985819"/>
                <a:ext cx="1378527" cy="4502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44EFB5A-30CC-26F9-D5E6-21047896E708}"/>
                  </a:ext>
                </a:extLst>
              </p:cNvPr>
              <p:cNvSpPr/>
              <p:nvPr/>
            </p:nvSpPr>
            <p:spPr>
              <a:xfrm>
                <a:off x="7830124" y="1985805"/>
                <a:ext cx="1378527" cy="450272"/>
              </a:xfrm>
              <a:prstGeom prst="rect">
                <a:avLst/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sSubSup>
                        <m:sSub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44EFB5A-30CC-26F9-D5E6-21047896E7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0124" y="1985805"/>
                <a:ext cx="1378527" cy="4502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18E30704-D3E0-1555-D07C-6B5EBD0A3079}"/>
              </a:ext>
            </a:extLst>
          </p:cNvPr>
          <p:cNvSpPr/>
          <p:nvPr/>
        </p:nvSpPr>
        <p:spPr>
          <a:xfrm>
            <a:off x="5811978" y="1985805"/>
            <a:ext cx="1378527" cy="45027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… …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145392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 descr="图表, 条形图&#10;&#10;AI 生成的内容可能不正确。">
            <a:extLst>
              <a:ext uri="{FF2B5EF4-FFF2-40B4-BE49-F238E27FC236}">
                <a16:creationId xmlns:a16="http://schemas.microsoft.com/office/drawing/2014/main" id="{2373C840-6E18-A5E8-E319-498BAE4DC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605" y="985178"/>
            <a:ext cx="6907741" cy="470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960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47</Words>
  <Application>Microsoft Office PowerPoint</Application>
  <PresentationFormat>宽屏</PresentationFormat>
  <Paragraphs>17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 刘</dc:creator>
  <cp:lastModifiedBy>hy 刘</cp:lastModifiedBy>
  <cp:revision>5</cp:revision>
  <dcterms:created xsi:type="dcterms:W3CDTF">2026-02-02T00:51:16Z</dcterms:created>
  <dcterms:modified xsi:type="dcterms:W3CDTF">2026-02-02T14:09:59Z</dcterms:modified>
</cp:coreProperties>
</file>