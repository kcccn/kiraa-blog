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1120675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4051" y="8366281"/>
            <a:ext cx="43452574" cy="17797568"/>
          </a:xfrm>
        </p:spPr>
        <p:txBody>
          <a:bodyPr anchor="b"/>
          <a:lstStyle>
            <a:lvl1pPr algn="ctr">
              <a:defRPr sz="3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0085" y="26850192"/>
            <a:ext cx="38340506" cy="12342326"/>
          </a:xfrm>
        </p:spPr>
        <p:txBody>
          <a:bodyPr/>
          <a:lstStyle>
            <a:lvl1pPr marL="0" indent="0" algn="ctr">
              <a:buNone/>
              <a:defRPr sz="13417"/>
            </a:lvl1pPr>
            <a:lvl2pPr marL="2556022" indent="0" algn="ctr">
              <a:buNone/>
              <a:defRPr sz="11181"/>
            </a:lvl2pPr>
            <a:lvl3pPr marL="5112045" indent="0" algn="ctr">
              <a:buNone/>
              <a:defRPr sz="10063"/>
            </a:lvl3pPr>
            <a:lvl4pPr marL="7668067" indent="0" algn="ctr">
              <a:buNone/>
              <a:defRPr sz="8945"/>
            </a:lvl4pPr>
            <a:lvl5pPr marL="10224089" indent="0" algn="ctr">
              <a:buNone/>
              <a:defRPr sz="8945"/>
            </a:lvl5pPr>
            <a:lvl6pPr marL="12780112" indent="0" algn="ctr">
              <a:buNone/>
              <a:defRPr sz="8945"/>
            </a:lvl6pPr>
            <a:lvl7pPr marL="15336134" indent="0" algn="ctr">
              <a:buNone/>
              <a:defRPr sz="8945"/>
            </a:lvl7pPr>
            <a:lvl8pPr marL="17892156" indent="0" algn="ctr">
              <a:buNone/>
              <a:defRPr sz="8945"/>
            </a:lvl8pPr>
            <a:lvl9pPr marL="20448179" indent="0" algn="ctr">
              <a:buNone/>
              <a:defRPr sz="894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30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59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24" y="12744683"/>
            <a:ext cx="44091582" cy="21264777"/>
          </a:xfrm>
        </p:spPr>
        <p:txBody>
          <a:bodyPr anchor="b"/>
          <a:lstStyle>
            <a:lvl1pPr>
              <a:defRPr sz="3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24" y="34210633"/>
            <a:ext cx="44091582" cy="11182644"/>
          </a:xfrm>
        </p:spPr>
        <p:txBody>
          <a:bodyPr/>
          <a:lstStyle>
            <a:lvl1pPr marL="0" indent="0">
              <a:buNone/>
              <a:defRPr sz="13417">
                <a:solidFill>
                  <a:schemeClr val="tx1"/>
                </a:solidFill>
              </a:defRPr>
            </a:lvl1pPr>
            <a:lvl2pPr marL="2556022" indent="0">
              <a:buNone/>
              <a:defRPr sz="11181">
                <a:solidFill>
                  <a:schemeClr val="tx1">
                    <a:tint val="75000"/>
                  </a:schemeClr>
                </a:solidFill>
              </a:defRPr>
            </a:lvl2pPr>
            <a:lvl3pPr marL="5112045" indent="0">
              <a:buNone/>
              <a:defRPr sz="10063">
                <a:solidFill>
                  <a:schemeClr val="tx1">
                    <a:tint val="75000"/>
                  </a:schemeClr>
                </a:solidFill>
              </a:defRPr>
            </a:lvl3pPr>
            <a:lvl4pPr marL="7668067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4pPr>
            <a:lvl5pPr marL="10224089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5pPr>
            <a:lvl6pPr marL="12780112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6pPr>
            <a:lvl7pPr marL="15336134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7pPr>
            <a:lvl8pPr marL="17892156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8pPr>
            <a:lvl9pPr marL="20448179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9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4546" y="13608513"/>
            <a:ext cx="21726287" cy="32435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79842" y="13608513"/>
            <a:ext cx="21726287" cy="32435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62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2721714"/>
            <a:ext cx="44091582" cy="98809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1211" y="12531669"/>
            <a:ext cx="21626438" cy="6141577"/>
          </a:xfrm>
        </p:spPr>
        <p:txBody>
          <a:bodyPr anchor="b"/>
          <a:lstStyle>
            <a:lvl1pPr marL="0" indent="0">
              <a:buNone/>
              <a:defRPr sz="13417" b="1"/>
            </a:lvl1pPr>
            <a:lvl2pPr marL="2556022" indent="0">
              <a:buNone/>
              <a:defRPr sz="11181" b="1"/>
            </a:lvl2pPr>
            <a:lvl3pPr marL="5112045" indent="0">
              <a:buNone/>
              <a:defRPr sz="10063" b="1"/>
            </a:lvl3pPr>
            <a:lvl4pPr marL="7668067" indent="0">
              <a:buNone/>
              <a:defRPr sz="8945" b="1"/>
            </a:lvl4pPr>
            <a:lvl5pPr marL="10224089" indent="0">
              <a:buNone/>
              <a:defRPr sz="8945" b="1"/>
            </a:lvl5pPr>
            <a:lvl6pPr marL="12780112" indent="0">
              <a:buNone/>
              <a:defRPr sz="8945" b="1"/>
            </a:lvl6pPr>
            <a:lvl7pPr marL="15336134" indent="0">
              <a:buNone/>
              <a:defRPr sz="8945" b="1"/>
            </a:lvl7pPr>
            <a:lvl8pPr marL="17892156" indent="0">
              <a:buNone/>
              <a:defRPr sz="8945" b="1"/>
            </a:lvl8pPr>
            <a:lvl9pPr marL="20448179" indent="0">
              <a:buNone/>
              <a:defRPr sz="8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1211" y="18673247"/>
            <a:ext cx="21626438" cy="274655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879845" y="12531669"/>
            <a:ext cx="21732945" cy="6141577"/>
          </a:xfrm>
        </p:spPr>
        <p:txBody>
          <a:bodyPr anchor="b"/>
          <a:lstStyle>
            <a:lvl1pPr marL="0" indent="0">
              <a:buNone/>
              <a:defRPr sz="13417" b="1"/>
            </a:lvl1pPr>
            <a:lvl2pPr marL="2556022" indent="0">
              <a:buNone/>
              <a:defRPr sz="11181" b="1"/>
            </a:lvl2pPr>
            <a:lvl3pPr marL="5112045" indent="0">
              <a:buNone/>
              <a:defRPr sz="10063" b="1"/>
            </a:lvl3pPr>
            <a:lvl4pPr marL="7668067" indent="0">
              <a:buNone/>
              <a:defRPr sz="8945" b="1"/>
            </a:lvl4pPr>
            <a:lvl5pPr marL="10224089" indent="0">
              <a:buNone/>
              <a:defRPr sz="8945" b="1"/>
            </a:lvl5pPr>
            <a:lvl6pPr marL="12780112" indent="0">
              <a:buNone/>
              <a:defRPr sz="8945" b="1"/>
            </a:lvl6pPr>
            <a:lvl7pPr marL="15336134" indent="0">
              <a:buNone/>
              <a:defRPr sz="8945" b="1"/>
            </a:lvl7pPr>
            <a:lvl8pPr marL="17892156" indent="0">
              <a:buNone/>
              <a:defRPr sz="8945" b="1"/>
            </a:lvl8pPr>
            <a:lvl9pPr marL="20448179" indent="0">
              <a:buNone/>
              <a:defRPr sz="8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879845" y="18673247"/>
            <a:ext cx="21732945" cy="274655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62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0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99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3408045"/>
            <a:ext cx="16487748" cy="11928158"/>
          </a:xfrm>
        </p:spPr>
        <p:txBody>
          <a:bodyPr anchor="b"/>
          <a:lstStyle>
            <a:lvl1pPr>
              <a:defRPr sz="1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945" y="7360442"/>
            <a:ext cx="25879842" cy="36328813"/>
          </a:xfrm>
        </p:spPr>
        <p:txBody>
          <a:bodyPr/>
          <a:lstStyle>
            <a:lvl1pPr>
              <a:defRPr sz="17890"/>
            </a:lvl1pPr>
            <a:lvl2pPr>
              <a:defRPr sz="15654"/>
            </a:lvl2pPr>
            <a:lvl3pPr>
              <a:defRPr sz="13417"/>
            </a:lvl3pPr>
            <a:lvl4pPr>
              <a:defRPr sz="11181"/>
            </a:lvl4pPr>
            <a:lvl5pPr>
              <a:defRPr sz="11181"/>
            </a:lvl5pPr>
            <a:lvl6pPr>
              <a:defRPr sz="11181"/>
            </a:lvl6pPr>
            <a:lvl7pPr>
              <a:defRPr sz="11181"/>
            </a:lvl7pPr>
            <a:lvl8pPr>
              <a:defRPr sz="11181"/>
            </a:lvl8pPr>
            <a:lvl9pPr>
              <a:defRPr sz="111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5" y="15336203"/>
            <a:ext cx="16487748" cy="28412212"/>
          </a:xfrm>
        </p:spPr>
        <p:txBody>
          <a:bodyPr/>
          <a:lstStyle>
            <a:lvl1pPr marL="0" indent="0">
              <a:buNone/>
              <a:defRPr sz="8945"/>
            </a:lvl1pPr>
            <a:lvl2pPr marL="2556022" indent="0">
              <a:buNone/>
              <a:defRPr sz="7827"/>
            </a:lvl2pPr>
            <a:lvl3pPr marL="5112045" indent="0">
              <a:buNone/>
              <a:defRPr sz="6709"/>
            </a:lvl3pPr>
            <a:lvl4pPr marL="7668067" indent="0">
              <a:buNone/>
              <a:defRPr sz="5591"/>
            </a:lvl4pPr>
            <a:lvl5pPr marL="10224089" indent="0">
              <a:buNone/>
              <a:defRPr sz="5591"/>
            </a:lvl5pPr>
            <a:lvl6pPr marL="12780112" indent="0">
              <a:buNone/>
              <a:defRPr sz="5591"/>
            </a:lvl6pPr>
            <a:lvl7pPr marL="15336134" indent="0">
              <a:buNone/>
              <a:defRPr sz="5591"/>
            </a:lvl7pPr>
            <a:lvl8pPr marL="17892156" indent="0">
              <a:buNone/>
              <a:defRPr sz="5591"/>
            </a:lvl8pPr>
            <a:lvl9pPr marL="20448179" indent="0">
              <a:buNone/>
              <a:defRPr sz="55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25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3408045"/>
            <a:ext cx="16487748" cy="11928158"/>
          </a:xfrm>
        </p:spPr>
        <p:txBody>
          <a:bodyPr anchor="b"/>
          <a:lstStyle>
            <a:lvl1pPr>
              <a:defRPr sz="1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32945" y="7360442"/>
            <a:ext cx="25879842" cy="36328813"/>
          </a:xfrm>
        </p:spPr>
        <p:txBody>
          <a:bodyPr anchor="t"/>
          <a:lstStyle>
            <a:lvl1pPr marL="0" indent="0">
              <a:buNone/>
              <a:defRPr sz="17890"/>
            </a:lvl1pPr>
            <a:lvl2pPr marL="2556022" indent="0">
              <a:buNone/>
              <a:defRPr sz="15654"/>
            </a:lvl2pPr>
            <a:lvl3pPr marL="5112045" indent="0">
              <a:buNone/>
              <a:defRPr sz="13417"/>
            </a:lvl3pPr>
            <a:lvl4pPr marL="7668067" indent="0">
              <a:buNone/>
              <a:defRPr sz="11181"/>
            </a:lvl4pPr>
            <a:lvl5pPr marL="10224089" indent="0">
              <a:buNone/>
              <a:defRPr sz="11181"/>
            </a:lvl5pPr>
            <a:lvl6pPr marL="12780112" indent="0">
              <a:buNone/>
              <a:defRPr sz="11181"/>
            </a:lvl6pPr>
            <a:lvl7pPr marL="15336134" indent="0">
              <a:buNone/>
              <a:defRPr sz="11181"/>
            </a:lvl7pPr>
            <a:lvl8pPr marL="17892156" indent="0">
              <a:buNone/>
              <a:defRPr sz="11181"/>
            </a:lvl8pPr>
            <a:lvl9pPr marL="20448179" indent="0">
              <a:buNone/>
              <a:defRPr sz="1118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5" y="15336203"/>
            <a:ext cx="16487748" cy="28412212"/>
          </a:xfrm>
        </p:spPr>
        <p:txBody>
          <a:bodyPr/>
          <a:lstStyle>
            <a:lvl1pPr marL="0" indent="0">
              <a:buNone/>
              <a:defRPr sz="8945"/>
            </a:lvl1pPr>
            <a:lvl2pPr marL="2556022" indent="0">
              <a:buNone/>
              <a:defRPr sz="7827"/>
            </a:lvl2pPr>
            <a:lvl3pPr marL="5112045" indent="0">
              <a:buNone/>
              <a:defRPr sz="6709"/>
            </a:lvl3pPr>
            <a:lvl4pPr marL="7668067" indent="0">
              <a:buNone/>
              <a:defRPr sz="5591"/>
            </a:lvl4pPr>
            <a:lvl5pPr marL="10224089" indent="0">
              <a:buNone/>
              <a:defRPr sz="5591"/>
            </a:lvl5pPr>
            <a:lvl6pPr marL="12780112" indent="0">
              <a:buNone/>
              <a:defRPr sz="5591"/>
            </a:lvl6pPr>
            <a:lvl7pPr marL="15336134" indent="0">
              <a:buNone/>
              <a:defRPr sz="5591"/>
            </a:lvl7pPr>
            <a:lvl8pPr marL="17892156" indent="0">
              <a:buNone/>
              <a:defRPr sz="5591"/>
            </a:lvl8pPr>
            <a:lvl9pPr marL="20448179" indent="0">
              <a:buNone/>
              <a:defRPr sz="55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33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53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83236" y="2721703"/>
            <a:ext cx="11022896" cy="433224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4549" y="2721703"/>
            <a:ext cx="32429678" cy="433224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59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14547" y="2721714"/>
            <a:ext cx="44091582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4547" y="13608513"/>
            <a:ext cx="44091582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14546" y="47381303"/>
            <a:ext cx="1150215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E1AB-422F-4284-BF52-A5F209C71C0E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33724" y="47381303"/>
            <a:ext cx="17253228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03977" y="47381303"/>
            <a:ext cx="1150215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67759-7A94-4E47-9BBD-D41C089E9D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23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12045" rtl="0" eaLnBrk="1" latinLnBrk="0" hangingPunct="1">
        <a:lnSpc>
          <a:spcPct val="90000"/>
        </a:lnSpc>
        <a:spcBef>
          <a:spcPct val="0"/>
        </a:spcBef>
        <a:buNone/>
        <a:defRPr sz="24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8011" indent="-1278011" algn="l" defTabSz="5112045" rtl="0" eaLnBrk="1" latinLnBrk="0" hangingPunct="1">
        <a:lnSpc>
          <a:spcPct val="90000"/>
        </a:lnSpc>
        <a:spcBef>
          <a:spcPts val="5591"/>
        </a:spcBef>
        <a:buFont typeface="Arial" panose="020B0604020202020204" pitchFamily="34" charset="0"/>
        <a:buChar char="•"/>
        <a:defRPr sz="15654" kern="1200">
          <a:solidFill>
            <a:schemeClr val="tx1"/>
          </a:solidFill>
          <a:latin typeface="+mn-lt"/>
          <a:ea typeface="+mn-ea"/>
          <a:cs typeface="+mn-cs"/>
        </a:defRPr>
      </a:lvl1pPr>
      <a:lvl2pPr marL="3834033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3417" kern="1200">
          <a:solidFill>
            <a:schemeClr val="tx1"/>
          </a:solidFill>
          <a:latin typeface="+mn-lt"/>
          <a:ea typeface="+mn-ea"/>
          <a:cs typeface="+mn-cs"/>
        </a:defRPr>
      </a:lvl2pPr>
      <a:lvl3pPr marL="6390056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1181" kern="1200">
          <a:solidFill>
            <a:schemeClr val="tx1"/>
          </a:solidFill>
          <a:latin typeface="+mn-lt"/>
          <a:ea typeface="+mn-ea"/>
          <a:cs typeface="+mn-cs"/>
        </a:defRPr>
      </a:lvl3pPr>
      <a:lvl4pPr marL="8946078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4pPr>
      <a:lvl5pPr marL="11502100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5pPr>
      <a:lvl6pPr marL="14058123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6pPr>
      <a:lvl7pPr marL="16614145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7pPr>
      <a:lvl8pPr marL="19170167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8pPr>
      <a:lvl9pPr marL="21726190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1pPr>
      <a:lvl2pPr marL="2556022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5112045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3pPr>
      <a:lvl4pPr marL="7668067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4pPr>
      <a:lvl5pPr marL="10224089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5pPr>
      <a:lvl6pPr marL="12780112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6pPr>
      <a:lvl7pPr marL="15336134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7pPr>
      <a:lvl8pPr marL="17892156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8pPr>
      <a:lvl9pPr marL="20448179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747E4096-83A6-AD8B-1EEE-2891DA67B271}"/>
              </a:ext>
            </a:extLst>
          </p:cNvPr>
          <p:cNvGrpSpPr/>
          <p:nvPr/>
        </p:nvGrpSpPr>
        <p:grpSpPr>
          <a:xfrm>
            <a:off x="8522970" y="891405"/>
            <a:ext cx="5958554" cy="12031666"/>
            <a:chOff x="7437120" y="815205"/>
            <a:chExt cx="5958554" cy="12031666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69AC778F-F102-3443-1C87-8BC173AF2A12}"/>
                </a:ext>
              </a:extLst>
            </p:cNvPr>
            <p:cNvSpPr/>
            <p:nvPr/>
          </p:nvSpPr>
          <p:spPr>
            <a:xfrm>
              <a:off x="7437120" y="2360563"/>
              <a:ext cx="5958554" cy="872653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prstDash val="dash"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E96E6C07-18FD-7C4D-B2AF-01C194FE78A5}"/>
                </a:ext>
              </a:extLst>
            </p:cNvPr>
            <p:cNvSpPr/>
            <p:nvPr/>
          </p:nvSpPr>
          <p:spPr>
            <a:xfrm>
              <a:off x="7810500" y="2601505"/>
              <a:ext cx="5156200" cy="408381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prstDash val="dash"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E0C647C-BD3F-DB41-3E80-696E9A1D463E}"/>
                </a:ext>
              </a:extLst>
            </p:cNvPr>
            <p:cNvSpPr/>
            <p:nvPr/>
          </p:nvSpPr>
          <p:spPr>
            <a:xfrm>
              <a:off x="7810500" y="7389620"/>
              <a:ext cx="5156200" cy="353892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prstDash val="dash"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F466068-A0EF-941C-0AB9-B4DDB3F4F0C4}"/>
                </a:ext>
              </a:extLst>
            </p:cNvPr>
            <p:cNvSpPr/>
            <p:nvPr/>
          </p:nvSpPr>
          <p:spPr>
            <a:xfrm>
              <a:off x="9552304" y="815205"/>
              <a:ext cx="1672591" cy="60198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token</a:t>
              </a:r>
            </a:p>
            <a:p>
              <a:pPr algn="ctr"/>
              <a:r>
                <a:rPr lang="en-US" altLang="zh-CN" sz="1400" b="1" dirty="0"/>
                <a:t>vocabulary 151936</a:t>
              </a:r>
              <a:endParaRPr lang="zh-CN" altLang="en-US" sz="1400" b="1" dirty="0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AA142F1-DA8F-6D99-189E-95B354EB4115}"/>
                </a:ext>
              </a:extLst>
            </p:cNvPr>
            <p:cNvSpPr/>
            <p:nvPr/>
          </p:nvSpPr>
          <p:spPr>
            <a:xfrm>
              <a:off x="9638346" y="1636508"/>
              <a:ext cx="1512569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embedding</a:t>
              </a:r>
            </a:p>
            <a:p>
              <a:pPr algn="ctr"/>
              <a:r>
                <a:rPr lang="en-US" altLang="zh-CN" sz="1400" b="1" dirty="0"/>
                <a:t>1024</a:t>
              </a:r>
              <a:endParaRPr lang="zh-CN" altLang="en-US" sz="1400" b="1" dirty="0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632E256-B17F-CA0F-3215-154541F0DB5E}"/>
                </a:ext>
              </a:extLst>
            </p:cNvPr>
            <p:cNvSpPr/>
            <p:nvPr/>
          </p:nvSpPr>
          <p:spPr>
            <a:xfrm>
              <a:off x="9640564" y="2682830"/>
              <a:ext cx="1512570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input_layernorm</a:t>
              </a:r>
              <a:endParaRPr lang="zh-CN" altLang="en-US" sz="1400" b="1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E91795B-79FE-1108-9327-883D7E00ED45}"/>
                </a:ext>
              </a:extLst>
            </p:cNvPr>
            <p:cNvSpPr/>
            <p:nvPr/>
          </p:nvSpPr>
          <p:spPr>
            <a:xfrm>
              <a:off x="7932420" y="3183436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Q</a:t>
              </a:r>
            </a:p>
            <a:p>
              <a:pPr algn="ctr"/>
              <a:r>
                <a:rPr lang="en-US" altLang="zh-CN" sz="1400" b="1" dirty="0"/>
                <a:t>16 x 128 = 2048</a:t>
              </a:r>
              <a:endParaRPr lang="zh-CN" altLang="en-US" sz="1400" b="1" dirty="0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FE4A540-3CE3-A054-8005-52F8A94498F8}"/>
                </a:ext>
              </a:extLst>
            </p:cNvPr>
            <p:cNvSpPr/>
            <p:nvPr/>
          </p:nvSpPr>
          <p:spPr>
            <a:xfrm>
              <a:off x="9640567" y="3183436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K</a:t>
              </a:r>
            </a:p>
            <a:p>
              <a:pPr algn="ctr"/>
              <a:r>
                <a:rPr lang="en-US" altLang="zh-CN" sz="1400" b="1" dirty="0"/>
                <a:t>8 x 128 = 1024</a:t>
              </a:r>
              <a:endParaRPr lang="zh-CN" altLang="en-US" sz="1400" b="1" dirty="0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600054D-FA80-DFF2-6817-E7AE04B062BF}"/>
                </a:ext>
              </a:extLst>
            </p:cNvPr>
            <p:cNvSpPr/>
            <p:nvPr/>
          </p:nvSpPr>
          <p:spPr>
            <a:xfrm>
              <a:off x="11348714" y="3183436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V</a:t>
              </a:r>
            </a:p>
            <a:p>
              <a:pPr algn="ctr"/>
              <a:r>
                <a:rPr lang="en-US" altLang="zh-CN" sz="1400" b="1" dirty="0"/>
                <a:t>8 x 128 = 1024</a:t>
              </a:r>
              <a:endParaRPr lang="zh-CN" altLang="en-US" sz="1400" b="1" dirty="0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F735E31-C5A0-8FC0-6554-E19E79693E8F}"/>
                </a:ext>
              </a:extLst>
            </p:cNvPr>
            <p:cNvSpPr/>
            <p:nvPr/>
          </p:nvSpPr>
          <p:spPr>
            <a:xfrm>
              <a:off x="7932420" y="4349115"/>
              <a:ext cx="1512570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RoPE</a:t>
              </a:r>
              <a:endParaRPr lang="zh-CN" altLang="en-US" sz="1400" b="1" dirty="0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65CDB91-FC5B-534A-AE42-502028017777}"/>
                </a:ext>
              </a:extLst>
            </p:cNvPr>
            <p:cNvSpPr/>
            <p:nvPr/>
          </p:nvSpPr>
          <p:spPr>
            <a:xfrm>
              <a:off x="9640570" y="4349115"/>
              <a:ext cx="1512570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RoPE</a:t>
              </a:r>
              <a:endParaRPr lang="zh-CN" altLang="en-US" sz="1400" b="1" dirty="0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2C2A1BC8-F607-F895-3D6C-C6D6C50900B5}"/>
                </a:ext>
              </a:extLst>
            </p:cNvPr>
            <p:cNvSpPr/>
            <p:nvPr/>
          </p:nvSpPr>
          <p:spPr>
            <a:xfrm>
              <a:off x="7932420" y="3905431"/>
              <a:ext cx="1512570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q_norm</a:t>
              </a:r>
              <a:endParaRPr lang="zh-CN" altLang="en-US" sz="1400" b="1" dirty="0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1F8F28D-9FA5-9F9D-9D52-CC3452C5077F}"/>
                </a:ext>
              </a:extLst>
            </p:cNvPr>
            <p:cNvSpPr/>
            <p:nvPr/>
          </p:nvSpPr>
          <p:spPr>
            <a:xfrm>
              <a:off x="9640567" y="3905431"/>
              <a:ext cx="1512570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/>
                <a:t>k</a:t>
              </a:r>
              <a:r>
                <a:rPr lang="en-US" altLang="zh-CN" sz="1400" b="1" dirty="0"/>
                <a:t>_norm</a:t>
              </a:r>
              <a:endParaRPr lang="zh-CN" altLang="en-US" sz="1400" b="1" dirty="0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D63D065-598C-63B1-CB04-2E3A49561B34}"/>
                </a:ext>
              </a:extLst>
            </p:cNvPr>
            <p:cNvSpPr/>
            <p:nvPr/>
          </p:nvSpPr>
          <p:spPr>
            <a:xfrm>
              <a:off x="9640567" y="4792799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Q(K^T)V</a:t>
              </a:r>
            </a:p>
            <a:p>
              <a:pPr algn="ctr"/>
              <a:r>
                <a:rPr lang="en-US" altLang="zh-CN" sz="1400" b="1" dirty="0"/>
                <a:t>2048</a:t>
              </a:r>
              <a:endParaRPr lang="zh-CN" altLang="en-US" sz="1400" b="1" dirty="0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A24E531-990D-DB37-2A8F-37ED57C15774}"/>
                </a:ext>
              </a:extLst>
            </p:cNvPr>
            <p:cNvSpPr/>
            <p:nvPr/>
          </p:nvSpPr>
          <p:spPr>
            <a:xfrm>
              <a:off x="9640562" y="5533188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O</a:t>
              </a:r>
            </a:p>
            <a:p>
              <a:pPr algn="ctr"/>
              <a:r>
                <a:rPr lang="en-US" altLang="zh-CN" sz="1400" b="1" dirty="0"/>
                <a:t>1024</a:t>
              </a:r>
              <a:endParaRPr lang="zh-CN" altLang="en-US" sz="1400" b="1" dirty="0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AA77DE2A-F551-9E82-B5A6-4D3BCE0474F7}"/>
                </a:ext>
              </a:extLst>
            </p:cNvPr>
            <p:cNvSpPr/>
            <p:nvPr/>
          </p:nvSpPr>
          <p:spPr>
            <a:xfrm>
              <a:off x="9491494" y="7509283"/>
              <a:ext cx="1810705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post_attn_layernorm</a:t>
              </a:r>
              <a:endParaRPr lang="zh-CN" altLang="en-US" sz="1400" b="1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B917EBC-2554-300B-CAC4-275740DA43B3}"/>
                </a:ext>
              </a:extLst>
            </p:cNvPr>
            <p:cNvSpPr/>
            <p:nvPr/>
          </p:nvSpPr>
          <p:spPr>
            <a:xfrm>
              <a:off x="10203488" y="6253713"/>
              <a:ext cx="386715" cy="38671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+</a:t>
              </a:r>
              <a:endParaRPr lang="zh-CN" altLang="en-US" sz="1400" b="1" dirty="0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CE259438-D2AB-765F-C2B1-4F67A6E3A4D7}"/>
                </a:ext>
              </a:extLst>
            </p:cNvPr>
            <p:cNvSpPr/>
            <p:nvPr/>
          </p:nvSpPr>
          <p:spPr>
            <a:xfrm>
              <a:off x="10748010" y="8037222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up_proj</a:t>
              </a:r>
            </a:p>
            <a:p>
              <a:pPr algn="ctr"/>
              <a:r>
                <a:rPr lang="en-US" altLang="zh-CN" sz="1400" b="1" dirty="0"/>
                <a:t>3 x 1024 = 3072</a:t>
              </a:r>
              <a:endParaRPr lang="zh-CN" altLang="en-US" sz="1400" b="1" dirty="0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1A49FDE-A616-2A6C-60B4-C7AD5935B05B}"/>
                </a:ext>
              </a:extLst>
            </p:cNvPr>
            <p:cNvSpPr/>
            <p:nvPr/>
          </p:nvSpPr>
          <p:spPr>
            <a:xfrm>
              <a:off x="8370252" y="7975998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gate_proj</a:t>
              </a:r>
            </a:p>
            <a:p>
              <a:pPr algn="ctr"/>
              <a:r>
                <a:rPr lang="en-US" altLang="zh-CN" sz="1400" b="1" dirty="0"/>
                <a:t>3 x 1024 = 3072</a:t>
              </a:r>
              <a:endParaRPr lang="zh-CN" altLang="en-US" sz="1400" b="1" dirty="0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BEF7CA2-D9FB-2C7E-E574-6DE1CA0B0257}"/>
                </a:ext>
              </a:extLst>
            </p:cNvPr>
            <p:cNvSpPr/>
            <p:nvPr/>
          </p:nvSpPr>
          <p:spPr>
            <a:xfrm>
              <a:off x="8370252" y="8700426"/>
              <a:ext cx="1512570" cy="32385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SiLUActivation</a:t>
              </a:r>
              <a:endParaRPr lang="zh-CN" altLang="en-US" sz="1400" b="1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36A99F5-6FAF-B2E8-0A0C-BD684C94DBFE}"/>
                </a:ext>
              </a:extLst>
            </p:cNvPr>
            <p:cNvSpPr/>
            <p:nvPr/>
          </p:nvSpPr>
          <p:spPr>
            <a:xfrm>
              <a:off x="10201275" y="9118659"/>
              <a:ext cx="386715" cy="38671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x</a:t>
              </a:r>
              <a:endParaRPr lang="zh-CN" altLang="en-US" sz="1400" b="1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9CA8CEA6-B8D7-4A01-F687-F5A56F676181}"/>
                </a:ext>
              </a:extLst>
            </p:cNvPr>
            <p:cNvSpPr/>
            <p:nvPr/>
          </p:nvSpPr>
          <p:spPr>
            <a:xfrm>
              <a:off x="9640562" y="9599758"/>
              <a:ext cx="1512570" cy="601980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down_proj</a:t>
              </a:r>
            </a:p>
            <a:p>
              <a:pPr algn="ctr"/>
              <a:r>
                <a:rPr lang="en-US" altLang="zh-CN" sz="1400" b="1" dirty="0"/>
                <a:t>1024</a:t>
              </a:r>
              <a:endParaRPr lang="zh-CN" altLang="en-US" sz="1400" b="1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14A7251-60D4-4561-9FEE-D0A080302FE8}"/>
                </a:ext>
              </a:extLst>
            </p:cNvPr>
            <p:cNvSpPr/>
            <p:nvPr/>
          </p:nvSpPr>
          <p:spPr>
            <a:xfrm>
              <a:off x="10201275" y="10364320"/>
              <a:ext cx="386715" cy="38671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+</a:t>
              </a:r>
              <a:endParaRPr lang="zh-CN" altLang="en-US" sz="1400" b="1" dirty="0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F9676618-36C0-F506-79DF-1BAAEC583B5B}"/>
                </a:ext>
              </a:extLst>
            </p:cNvPr>
            <p:cNvSpPr/>
            <p:nvPr/>
          </p:nvSpPr>
          <p:spPr>
            <a:xfrm>
              <a:off x="9638347" y="11715076"/>
              <a:ext cx="1512570" cy="335575"/>
            </a:xfrm>
            <a:prstGeom prst="roundRect">
              <a:avLst/>
            </a:prstGeom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LM_Head</a:t>
              </a:r>
              <a:endParaRPr lang="zh-CN" altLang="en-US" sz="1400" b="1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58982F1-1D2B-195C-3304-A234410BC860}"/>
                </a:ext>
              </a:extLst>
            </p:cNvPr>
            <p:cNvSpPr txBox="1"/>
            <p:nvPr/>
          </p:nvSpPr>
          <p:spPr>
            <a:xfrm>
              <a:off x="7612885" y="6765983"/>
              <a:ext cx="28035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2">
                      <a:lumMod val="50000"/>
                    </a:schemeClr>
                  </a:solidFill>
                </a:rPr>
                <a:t>Transformer x 28</a:t>
              </a:r>
              <a:endParaRPr lang="zh-CN" altLang="en-US" sz="28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CC8DA34-8911-B321-0880-60CABCAAB578}"/>
                </a:ext>
              </a:extLst>
            </p:cNvPr>
            <p:cNvSpPr txBox="1"/>
            <p:nvPr/>
          </p:nvSpPr>
          <p:spPr>
            <a:xfrm>
              <a:off x="7932420" y="9240872"/>
              <a:ext cx="16452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2">
                      <a:lumMod val="50000"/>
                    </a:schemeClr>
                  </a:solidFill>
                </a:rPr>
                <a:t>MLP</a:t>
              </a:r>
              <a:endParaRPr lang="zh-CN" altLang="en-US" sz="28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B10DE1E-A89D-4E1A-3C40-281D2B4D1619}"/>
                </a:ext>
              </a:extLst>
            </p:cNvPr>
            <p:cNvSpPr txBox="1"/>
            <p:nvPr/>
          </p:nvSpPr>
          <p:spPr>
            <a:xfrm>
              <a:off x="7835265" y="5093789"/>
              <a:ext cx="16452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2">
                      <a:lumMod val="50000"/>
                    </a:schemeClr>
                  </a:solidFill>
                </a:rPr>
                <a:t>Attn</a:t>
              </a:r>
              <a:endParaRPr lang="zh-CN" altLang="en-US" sz="28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4C24B5A7-F865-205B-55EE-56651030A91F}"/>
                </a:ext>
              </a:extLst>
            </p:cNvPr>
            <p:cNvSpPr/>
            <p:nvPr/>
          </p:nvSpPr>
          <p:spPr>
            <a:xfrm>
              <a:off x="9638347" y="11197167"/>
              <a:ext cx="1512570" cy="323669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layernorm</a:t>
              </a:r>
              <a:endParaRPr lang="zh-CN" altLang="en-US" sz="1400" b="1" dirty="0"/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C020D662-3551-E423-300F-DFB8695B468A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10388600" y="1417185"/>
              <a:ext cx="6031" cy="219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BC51B5FA-8BA4-3AA9-C3D5-BFA53F6A39D8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10394631" y="2238488"/>
              <a:ext cx="2218" cy="4443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3AAA898D-2AA0-4552-7011-92C0E4361F94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10396849" y="3006499"/>
              <a:ext cx="3" cy="1769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FC73FCF3-2455-4A10-E7F6-9AA609F490CE}"/>
                </a:ext>
              </a:extLst>
            </p:cNvPr>
            <p:cNvCxnSpPr>
              <a:stCxn id="7" idx="2"/>
              <a:endCxn id="12" idx="0"/>
            </p:cNvCxnSpPr>
            <p:nvPr/>
          </p:nvCxnSpPr>
          <p:spPr>
            <a:xfrm>
              <a:off x="8688705" y="3785416"/>
              <a:ext cx="0" cy="120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52EFEAF6-CE26-24FD-D4BC-18CF871AF716}"/>
                </a:ext>
              </a:extLst>
            </p:cNvPr>
            <p:cNvCxnSpPr>
              <a:stCxn id="8" idx="2"/>
              <a:endCxn id="13" idx="0"/>
            </p:cNvCxnSpPr>
            <p:nvPr/>
          </p:nvCxnSpPr>
          <p:spPr>
            <a:xfrm>
              <a:off x="10396852" y="3785416"/>
              <a:ext cx="0" cy="120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121E924-7BBE-4AC3-A3A0-A619EB3CD6FF}"/>
                </a:ext>
              </a:extLst>
            </p:cNvPr>
            <p:cNvCxnSpPr>
              <a:stCxn id="12" idx="2"/>
              <a:endCxn id="10" idx="0"/>
            </p:cNvCxnSpPr>
            <p:nvPr/>
          </p:nvCxnSpPr>
          <p:spPr>
            <a:xfrm>
              <a:off x="8688705" y="4229100"/>
              <a:ext cx="0" cy="120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0396D1D9-D945-2D43-E1C8-438F14C87B43}"/>
                </a:ext>
              </a:extLst>
            </p:cNvPr>
            <p:cNvCxnSpPr>
              <a:stCxn id="13" idx="2"/>
              <a:endCxn id="11" idx="0"/>
            </p:cNvCxnSpPr>
            <p:nvPr/>
          </p:nvCxnSpPr>
          <p:spPr>
            <a:xfrm>
              <a:off x="10396852" y="4229100"/>
              <a:ext cx="3" cy="120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21B056C-EAEB-C04A-18A8-E027D7AEF5F5}"/>
                </a:ext>
              </a:extLst>
            </p:cNvPr>
            <p:cNvCxnSpPr>
              <a:stCxn id="11" idx="2"/>
              <a:endCxn id="14" idx="0"/>
            </p:cNvCxnSpPr>
            <p:nvPr/>
          </p:nvCxnSpPr>
          <p:spPr>
            <a:xfrm flipH="1">
              <a:off x="10396852" y="4672784"/>
              <a:ext cx="3" cy="120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D4794DD4-E707-6FD9-982C-F2B723185CFC}"/>
                </a:ext>
              </a:extLst>
            </p:cNvPr>
            <p:cNvCxnSpPr>
              <a:stCxn id="14" idx="2"/>
              <a:endCxn id="16" idx="0"/>
            </p:cNvCxnSpPr>
            <p:nvPr/>
          </p:nvCxnSpPr>
          <p:spPr>
            <a:xfrm flipH="1">
              <a:off x="10396847" y="5394779"/>
              <a:ext cx="5" cy="138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693364D6-1237-F889-9D19-8C049EA8ECBB}"/>
                </a:ext>
              </a:extLst>
            </p:cNvPr>
            <p:cNvCxnSpPr>
              <a:stCxn id="16" idx="2"/>
              <a:endCxn id="20" idx="0"/>
            </p:cNvCxnSpPr>
            <p:nvPr/>
          </p:nvCxnSpPr>
          <p:spPr>
            <a:xfrm flipH="1">
              <a:off x="10396846" y="6135168"/>
              <a:ext cx="1" cy="1185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B4029115-272E-DCCD-A6D7-AF7227271921}"/>
                </a:ext>
              </a:extLst>
            </p:cNvPr>
            <p:cNvCxnSpPr>
              <a:stCxn id="20" idx="4"/>
              <a:endCxn id="18" idx="0"/>
            </p:cNvCxnSpPr>
            <p:nvPr/>
          </p:nvCxnSpPr>
          <p:spPr>
            <a:xfrm>
              <a:off x="10396846" y="6640428"/>
              <a:ext cx="1" cy="8688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AE0E95FC-0874-B019-85A5-CFFEDD4C6578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>
              <a:off x="9126537" y="8577978"/>
              <a:ext cx="0" cy="1224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CCC04F9A-51EF-BCB9-9C83-AF98BE4DDCBC}"/>
                </a:ext>
              </a:extLst>
            </p:cNvPr>
            <p:cNvCxnSpPr>
              <a:stCxn id="25" idx="4"/>
              <a:endCxn id="26" idx="0"/>
            </p:cNvCxnSpPr>
            <p:nvPr/>
          </p:nvCxnSpPr>
          <p:spPr>
            <a:xfrm>
              <a:off x="10394633" y="9505374"/>
              <a:ext cx="2214" cy="94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192EBE2A-843B-22DB-344D-3561E6A51237}"/>
                </a:ext>
              </a:extLst>
            </p:cNvPr>
            <p:cNvCxnSpPr>
              <a:stCxn id="26" idx="2"/>
              <a:endCxn id="27" idx="0"/>
            </p:cNvCxnSpPr>
            <p:nvPr/>
          </p:nvCxnSpPr>
          <p:spPr>
            <a:xfrm flipH="1">
              <a:off x="10394633" y="10201738"/>
              <a:ext cx="2214" cy="162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AB592171-88E7-0852-538A-0493E69B6973}"/>
                </a:ext>
              </a:extLst>
            </p:cNvPr>
            <p:cNvCxnSpPr>
              <a:stCxn id="27" idx="4"/>
              <a:endCxn id="36" idx="0"/>
            </p:cNvCxnSpPr>
            <p:nvPr/>
          </p:nvCxnSpPr>
          <p:spPr>
            <a:xfrm flipH="1">
              <a:off x="10394632" y="10751035"/>
              <a:ext cx="1" cy="4461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51640ABC-CD3B-CAE4-FF1D-753D3613877A}"/>
                </a:ext>
              </a:extLst>
            </p:cNvPr>
            <p:cNvCxnSpPr>
              <a:stCxn id="36" idx="2"/>
              <a:endCxn id="28" idx="0"/>
            </p:cNvCxnSpPr>
            <p:nvPr/>
          </p:nvCxnSpPr>
          <p:spPr>
            <a:xfrm>
              <a:off x="10394632" y="11520836"/>
              <a:ext cx="0" cy="1942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D9AF15C3-0DA7-C3A8-D3B9-E414064A6366}"/>
                </a:ext>
              </a:extLst>
            </p:cNvPr>
            <p:cNvSpPr/>
            <p:nvPr/>
          </p:nvSpPr>
          <p:spPr>
            <a:xfrm>
              <a:off x="9558336" y="12244891"/>
              <a:ext cx="1672591" cy="60198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>
              <a:outerShdw blurRad="50800" dist="50800" dir="3360000" algn="ctr" rotWithShape="0">
                <a:srgbClr val="000000">
                  <a:alpha val="5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/>
                <a:t>token</a:t>
              </a:r>
            </a:p>
            <a:p>
              <a:pPr algn="ctr"/>
              <a:r>
                <a:rPr lang="en-US" altLang="zh-CN" sz="1400" b="1" dirty="0"/>
                <a:t>vocabulary 151936</a:t>
              </a:r>
              <a:endParaRPr lang="zh-CN" altLang="en-US" sz="1400" b="1" dirty="0"/>
            </a:p>
          </p:txBody>
        </p:sp>
        <p:cxnSp>
          <p:nvCxnSpPr>
            <p:cNvPr id="145" name="连接符: 肘形 144">
              <a:extLst>
                <a:ext uri="{FF2B5EF4-FFF2-40B4-BE49-F238E27FC236}">
                  <a16:creationId xmlns:a16="http://schemas.microsoft.com/office/drawing/2014/main" id="{E7200DB7-D3A5-B733-31C6-ECA50C4C3A01}"/>
                </a:ext>
              </a:extLst>
            </p:cNvPr>
            <p:cNvCxnSpPr>
              <a:stCxn id="6" idx="1"/>
              <a:endCxn id="7" idx="0"/>
            </p:cNvCxnSpPr>
            <p:nvPr/>
          </p:nvCxnSpPr>
          <p:spPr>
            <a:xfrm rot="10800000" flipV="1">
              <a:off x="8688706" y="2844664"/>
              <a:ext cx="951859" cy="3387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连接符: 肘形 146">
              <a:extLst>
                <a:ext uri="{FF2B5EF4-FFF2-40B4-BE49-F238E27FC236}">
                  <a16:creationId xmlns:a16="http://schemas.microsoft.com/office/drawing/2014/main" id="{74FFFF10-5C6D-DAD6-9BD4-623BA3298C49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>
              <a:off x="11153134" y="2844665"/>
              <a:ext cx="951865" cy="3387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连接符: 肘形 148">
              <a:extLst>
                <a:ext uri="{FF2B5EF4-FFF2-40B4-BE49-F238E27FC236}">
                  <a16:creationId xmlns:a16="http://schemas.microsoft.com/office/drawing/2014/main" id="{C38F40FE-A6C7-DA29-B10B-CE338A946EC2}"/>
                </a:ext>
              </a:extLst>
            </p:cNvPr>
            <p:cNvCxnSpPr>
              <a:stCxn id="10" idx="2"/>
              <a:endCxn id="14" idx="1"/>
            </p:cNvCxnSpPr>
            <p:nvPr/>
          </p:nvCxnSpPr>
          <p:spPr>
            <a:xfrm rot="16200000" flipH="1">
              <a:off x="8954134" y="4407355"/>
              <a:ext cx="421005" cy="95186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连接符: 肘形 150">
              <a:extLst>
                <a:ext uri="{FF2B5EF4-FFF2-40B4-BE49-F238E27FC236}">
                  <a16:creationId xmlns:a16="http://schemas.microsoft.com/office/drawing/2014/main" id="{5740F068-2132-4508-8616-1FA90A2D9372}"/>
                </a:ext>
              </a:extLst>
            </p:cNvPr>
            <p:cNvCxnSpPr>
              <a:stCxn id="9" idx="2"/>
              <a:endCxn id="14" idx="3"/>
            </p:cNvCxnSpPr>
            <p:nvPr/>
          </p:nvCxnSpPr>
          <p:spPr>
            <a:xfrm rot="5400000">
              <a:off x="10974882" y="3963671"/>
              <a:ext cx="1308373" cy="95186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连接符: 肘形 155">
              <a:extLst>
                <a:ext uri="{FF2B5EF4-FFF2-40B4-BE49-F238E27FC236}">
                  <a16:creationId xmlns:a16="http://schemas.microsoft.com/office/drawing/2014/main" id="{E8D29340-E1B8-99C2-4078-23923394DB93}"/>
                </a:ext>
              </a:extLst>
            </p:cNvPr>
            <p:cNvCxnSpPr>
              <a:stCxn id="18" idx="1"/>
              <a:endCxn id="22" idx="0"/>
            </p:cNvCxnSpPr>
            <p:nvPr/>
          </p:nvCxnSpPr>
          <p:spPr>
            <a:xfrm rot="10800000" flipV="1">
              <a:off x="9126538" y="7671118"/>
              <a:ext cx="364957" cy="30488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连接符: 肘形 157">
              <a:extLst>
                <a:ext uri="{FF2B5EF4-FFF2-40B4-BE49-F238E27FC236}">
                  <a16:creationId xmlns:a16="http://schemas.microsoft.com/office/drawing/2014/main" id="{1F2C4743-E381-2AE0-41CE-F7C8DFF3E0C8}"/>
                </a:ext>
              </a:extLst>
            </p:cNvPr>
            <p:cNvCxnSpPr>
              <a:stCxn id="18" idx="3"/>
              <a:endCxn id="21" idx="0"/>
            </p:cNvCxnSpPr>
            <p:nvPr/>
          </p:nvCxnSpPr>
          <p:spPr>
            <a:xfrm>
              <a:off x="11302199" y="7671118"/>
              <a:ext cx="202096" cy="36610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连接符: 肘形 159">
              <a:extLst>
                <a:ext uri="{FF2B5EF4-FFF2-40B4-BE49-F238E27FC236}">
                  <a16:creationId xmlns:a16="http://schemas.microsoft.com/office/drawing/2014/main" id="{6D58B846-B719-8CA4-95F4-5BF3EDBE1387}"/>
                </a:ext>
              </a:extLst>
            </p:cNvPr>
            <p:cNvCxnSpPr>
              <a:stCxn id="24" idx="2"/>
              <a:endCxn id="25" idx="2"/>
            </p:cNvCxnSpPr>
            <p:nvPr/>
          </p:nvCxnSpPr>
          <p:spPr>
            <a:xfrm rot="16200000" flipH="1">
              <a:off x="9520036" y="8630777"/>
              <a:ext cx="287741" cy="107473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连接符: 肘形 161">
              <a:extLst>
                <a:ext uri="{FF2B5EF4-FFF2-40B4-BE49-F238E27FC236}">
                  <a16:creationId xmlns:a16="http://schemas.microsoft.com/office/drawing/2014/main" id="{FC01AB7C-E643-49EE-1068-EB73335E882F}"/>
                </a:ext>
              </a:extLst>
            </p:cNvPr>
            <p:cNvCxnSpPr>
              <a:stCxn id="21" idx="2"/>
              <a:endCxn id="25" idx="6"/>
            </p:cNvCxnSpPr>
            <p:nvPr/>
          </p:nvCxnSpPr>
          <p:spPr>
            <a:xfrm rot="5400000">
              <a:off x="10709736" y="8517457"/>
              <a:ext cx="672815" cy="9163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9F187391-93F5-A454-90EB-9D8568D50F44}"/>
                </a:ext>
              </a:extLst>
            </p:cNvPr>
            <p:cNvCxnSpPr>
              <a:stCxn id="28" idx="2"/>
              <a:endCxn id="135" idx="0"/>
            </p:cNvCxnSpPr>
            <p:nvPr/>
          </p:nvCxnSpPr>
          <p:spPr>
            <a:xfrm>
              <a:off x="10394632" y="12050651"/>
              <a:ext cx="0" cy="1942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箭头: 手杖形 195">
              <a:extLst>
                <a:ext uri="{FF2B5EF4-FFF2-40B4-BE49-F238E27FC236}">
                  <a16:creationId xmlns:a16="http://schemas.microsoft.com/office/drawing/2014/main" id="{4C419896-560A-194A-38B2-A342099DB8AD}"/>
                </a:ext>
              </a:extLst>
            </p:cNvPr>
            <p:cNvSpPr/>
            <p:nvPr/>
          </p:nvSpPr>
          <p:spPr>
            <a:xfrm rot="5400000">
              <a:off x="9745018" y="3124600"/>
              <a:ext cx="4026060" cy="2724617"/>
            </a:xfrm>
            <a:prstGeom prst="uturnArrow">
              <a:avLst>
                <a:gd name="adj1" fmla="val 663"/>
                <a:gd name="adj2" fmla="val 1888"/>
                <a:gd name="adj3" fmla="val 5924"/>
                <a:gd name="adj4" fmla="val 43750"/>
                <a:gd name="adj5" fmla="val 9130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7" name="箭头: 手杖形 196">
              <a:extLst>
                <a:ext uri="{FF2B5EF4-FFF2-40B4-BE49-F238E27FC236}">
                  <a16:creationId xmlns:a16="http://schemas.microsoft.com/office/drawing/2014/main" id="{C5A483BC-55E5-CECF-DAA6-B6E7D0192FFA}"/>
                </a:ext>
              </a:extLst>
            </p:cNvPr>
            <p:cNvSpPr/>
            <p:nvPr/>
          </p:nvSpPr>
          <p:spPr>
            <a:xfrm rot="5400000">
              <a:off x="9633836" y="7785989"/>
              <a:ext cx="3586761" cy="2062961"/>
            </a:xfrm>
            <a:prstGeom prst="uturnArrow">
              <a:avLst>
                <a:gd name="adj1" fmla="val 663"/>
                <a:gd name="adj2" fmla="val 1888"/>
                <a:gd name="adj3" fmla="val 5924"/>
                <a:gd name="adj4" fmla="val 43750"/>
                <a:gd name="adj5" fmla="val 9130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89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85</Words>
  <Application>Microsoft Office PowerPoint</Application>
  <PresentationFormat>自定义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刘</dc:creator>
  <cp:lastModifiedBy>hy 刘</cp:lastModifiedBy>
  <cp:revision>27</cp:revision>
  <dcterms:created xsi:type="dcterms:W3CDTF">2026-01-30T01:27:13Z</dcterms:created>
  <dcterms:modified xsi:type="dcterms:W3CDTF">2026-01-30T07:42:55Z</dcterms:modified>
</cp:coreProperties>
</file>